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9" r:id="rId5"/>
    <p:sldId id="260" r:id="rId6"/>
    <p:sldId id="265" r:id="rId7"/>
    <p:sldId id="268" r:id="rId8"/>
    <p:sldId id="266" r:id="rId9"/>
    <p:sldId id="267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DE29B-7360-4093-A1CE-A70A97D1EAE3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3B683-C6E4-4FB5-A3B6-9181FE589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695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3666" y="164571"/>
            <a:ext cx="4656667" cy="639762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863600"/>
            <a:ext cx="8229600" cy="5130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customer support systems are slow and heavily dependent on manual effort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organizations still rely on support agents to read, understand, and respond to every query manually.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delays, especially when the number of customer requests increases.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Delayed responses result in poor customer satisfaction and frustration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users do not receive immediate assistance, they become dissatisfied.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response times directly affect customer experience and lower the overall service quality.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No automatic ticket categorization or intelligent routing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tickets are often categorized manually by agents, which is time-consuming and error-prone. Without automated classification, tickets do not reach the right team quickly, causing further delays.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sentiment detection means frustrated or angry customers go unnoticed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systems do not analyze the customer’s emotional tone.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result, critical or high-priority negative messages are treated the same as normal ones,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 to unresolved frustration and poor user retention.</a:t>
            </a:r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433" y="206905"/>
            <a:ext cx="6443133" cy="614362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70466"/>
            <a:ext cx="8229600" cy="5880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chatbot for instant customer support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an intelligent chatbot capable of understanding user queries and providing immediate responses. It reduces the need for human intervention for common issues and improves overall response speed.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 ticket creation for unresolved or complex issues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chatbot cannot fully answer or solve a query, the system automatically generates a support ticket. This ensures that every user concern is tracked, documented, and forwarded to the admin for review.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Sentiment and intent detection using NLP techniques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uses Natural Language Processing (NLP) models to analyze user messages.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detect the user’s emotional tone (positive, neutral, negative) and understand their intent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technical issue, billing query, complaint).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prioritizing and accurately categorizing support requests.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Feature-rich admin panel with detailed analytics and visual reports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Admins can view ticket statistics, sentiment trends, category breakdowns, and pending vs resolved issues. This dashboard helps administrators make informed decisions and improve support performance.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Secure login and authentication using JWT (JSON Web Token)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industry-standard JWT authentication to ensure that only authorized users and admins can access the platform. This provides secure session management, improves data protection, and prevents unauthorized access.</a:t>
            </a:r>
          </a:p>
          <a:p>
            <a:pPr marL="0" indent="0"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099" y="113772"/>
            <a:ext cx="3987800" cy="614362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32" y="728134"/>
            <a:ext cx="8229600" cy="60160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React Frontend (UI Layer)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all screens: Login, Chatbot, Tickets, Dashboard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Sends/receives data via API (Axios/Fetch)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chatbot replies, ticket status &amp; analytics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 UI, real-time interaction, smooth API integration</a:t>
            </a:r>
          </a:p>
          <a:p>
            <a:pPr marL="0" indent="0">
              <a:buNone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.NET Core Backend API (Main Logic Layer)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all business logic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users via JWT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tickets, users, analytics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Communicates with SQL Server, MongoDB &amp; AI service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Secure, fast, scalable, industry-standard</a:t>
            </a:r>
          </a:p>
          <a:p>
            <a:pPr marL="0" indent="0">
              <a:buNone/>
            </a:pP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SQL Server (Authentication DB)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Stores:</a:t>
            </a: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Users, Password Hash, Role (User/Admin)</a:t>
            </a:r>
          </a:p>
          <a:p>
            <a:pPr marL="0" indent="0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structured relational data</a:t>
            </a:r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secure login system</a:t>
            </a:r>
          </a:p>
          <a:p>
            <a:pPr marL="0" indent="0">
              <a:buNone/>
            </a:pP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4824B2-9709-C744-4641-9FAFD2424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353B1-88C9-6A0D-38A2-659A4835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533" y="130704"/>
            <a:ext cx="6874933" cy="614362"/>
          </a:xfrm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60E88-FAFB-A701-9E84-741864F49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766755"/>
            <a:ext cx="8229600" cy="60743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MongoDB (Tickets + Chat DB)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Tickets, chat logs, sentiment, classifications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schema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read/write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for unstructured support data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 Node.js AI Microservice (ML/NLP Engine)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messages from backend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sentiment, intent, category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chatbot replies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AI separately → better performance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upgrade ML models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Chatbot Engine (Rule-based + AI)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Answers common queries using predefined rules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 for advanced replies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tickets when unable to answer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User: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 am frustrated.”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Bot: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“I’m sorry for the trouble, creating a ticket now.”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496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125942"/>
            <a:ext cx="6790267" cy="605895"/>
          </a:xfrm>
        </p:spPr>
        <p:txBody>
          <a:bodyPr>
            <a:normAutofit fontScale="90000"/>
          </a:bodyPr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B98634-5E71-59A8-D8B5-69A49FC73D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63153" y="837673"/>
            <a:ext cx="8217693" cy="547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268" y="96837"/>
            <a:ext cx="7112000" cy="749829"/>
          </a:xfrm>
        </p:spPr>
        <p:txBody>
          <a:bodyPr>
            <a:normAutofit fontScale="90000"/>
          </a:bodyPr>
          <a:lstStyle/>
          <a:p>
            <a:r>
              <a:rPr dirty="0"/>
              <a:t>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  <a:defRPr sz="2000"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55F3EC-0D1E-7136-5147-D893761B7A9B}"/>
              </a:ext>
            </a:extLst>
          </p:cNvPr>
          <p:cNvSpPr txBox="1"/>
          <p:nvPr/>
        </p:nvSpPr>
        <p:spPr>
          <a:xfrm>
            <a:off x="309282" y="897459"/>
            <a:ext cx="848509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1)Sentiment Analysis Dataset</a:t>
            </a:r>
          </a:p>
          <a:p>
            <a:pPr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detecting whether the customer is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/ Negative / Neutral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Options (Short List)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Twitter Sentiment Dataset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(Kaggle)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Reviews Dataset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(Kaggle)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 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format is similar to customer complaints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Already labeled → easy to train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with simple ML models like Logistic Regression / Naive Bayes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2)Ticket Classification Dataset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predicting ticket type: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Technical Issue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Billing Issue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Account/ Login Issue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General Query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Options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 Ticket Classification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(Kaggle)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Helpdesk Ticket Dataset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(Kaggle)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 It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real helpdesk queries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easy text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fit for our AI classification module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A63BD4-21E3-F38C-9638-50B192FA3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21C73-6BB3-4ABE-4D14-1640894B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268" y="96837"/>
            <a:ext cx="7112000" cy="749829"/>
          </a:xfrm>
        </p:spPr>
        <p:txBody>
          <a:bodyPr>
            <a:normAutofit fontScale="90000"/>
          </a:bodyPr>
          <a:lstStyle/>
          <a:p>
            <a:r>
              <a:rPr dirty="0"/>
              <a:t>Datasets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8A02B-13F6-376C-E042-1C2648DD4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  <a:defRPr sz="2000"/>
            </a:pP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88F62-D77B-9BB1-E73C-894630338386}"/>
              </a:ext>
            </a:extLst>
          </p:cNvPr>
          <p:cNvSpPr txBox="1"/>
          <p:nvPr/>
        </p:nvSpPr>
        <p:spPr>
          <a:xfrm>
            <a:off x="309282" y="897459"/>
            <a:ext cx="848509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Prediction Dataset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predict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/ Medium / High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Options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Ticket Severity Dataset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(Kaggle)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Mini Dataset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(100–150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samples)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Why Custom Dataset Works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is subjective → small datasets work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ML models don’t need huge data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prefers student-created datasets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Scope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623" y="1196788"/>
            <a:ext cx="8471647" cy="50695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Prediction Model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machine learning model (Naive Bayes / Logistic Regression) can be added to automatically predict ticket priority such as Low, Medium, or High based on text.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Sentiment Analysis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rule-based approach can be upgraded using lightweight pretrained models such as VADER 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TextBlob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accuracy in emotion detection.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 Classification for Chatbot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intent classifier can be implemented to categorize user messages into types such as General Query, Billing Issue, Technical Issue, and Complaint.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Analytics Additions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analytics such as sentiment distribution, ticket trends, and category-based charts can be implemented using Chart.js.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 System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email alert feature can be added to notify users about ticket creation and status updates.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6899" y="86518"/>
            <a:ext cx="3509434" cy="673629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267" y="914400"/>
            <a:ext cx="8229600" cy="55202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C. S. Kanimozhi Selvi, S. J. Shri, R.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Prasshanthini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Neelamegan and R. Sanjay, “Customer Support Ticket Categorization and Prioritization Using Natural Language Processing,” in Proc. 3rd Int. Conf. Futuristic Technology (INCOFT), 2025. :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[oaicite:7]{index=7}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R. Jayadi, “Sentiment Analysis of Digital Customer Service Helpdesk Tickets: A Comparison between BERT and SVM,” Proc. 2024 Int. Conf. Computer Eng., Network, and Intelligent Multimedia (CENIM), 2024. :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[oaicite:8]{index=8}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N. Koka, “Enhancing a Ticketing System with AI Intelligence,” IJERT, vol. 13, no. 07, Jul. 2024. :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[oaicite:9]{index=9}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P. Kumari et al., “Online Chatbot Based Ticketing System,” Int. J. Sci. Res. &amp; Eng. Trends (IJSRET), vol. 10, no. 6, Nov-Dec 2024. :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[oaicite:10]{index=10}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Uzan, D. Freud, and A. Elalouf, “Optimizing Chatbots to Improve Customer Experience and Satisfaction,” *Appl. Sci.*, vol. 15, no. 17, 2025. :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[oaicite:11]{index=11}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S. Hewage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Wewelwala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T. G. D. K.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Sumanathilaka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“Hybrid Emotion Recognition: Enhancing Customer Interactions Through Acoustic and Textual Analysis,” *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*, 2025. :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[oaicite:12]{index=12}</a:t>
            </a: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M. Truss and S. Boehm, “AI-based Classification of Customer Support Tickets: State of the Art and Implementation with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*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*, 2024. :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contentReference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[oaicite:13]{index=13}</a:t>
            </a: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262568-5F4A-987E-75D4-2265B966B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104C3-9C62-ABED-BBB0-8B9229EE6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5E91E-F811-B192-8DA3-60E9337A8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delivers a modern AI-powered customer support system that improves response speed.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automates ticket creation, and enhances decision-making through intelligent analytics.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full-stack technologies with AI components like sentiment analysis, intent detection, and ticket prioritization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platform provides a practical solution suitable for real-world industry environments.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modular and scalable architecture ensures that new features and advanced AI models can be added easily in the future, making the system robust, future-ready, and enterprise-capable.</a:t>
            </a:r>
          </a:p>
        </p:txBody>
      </p:sp>
    </p:spTree>
    <p:extLst>
      <p:ext uri="{BB962C8B-B14F-4D97-AF65-F5344CB8AC3E}">
        <p14:creationId xmlns:p14="http://schemas.microsoft.com/office/powerpoint/2010/main" val="345015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1458</Words>
  <Application>Microsoft Office PowerPoint</Application>
  <PresentationFormat>On-screen Show (4:3)</PresentationFormat>
  <Paragraphs>130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Problem Statement</vt:lpstr>
      <vt:lpstr>Project Objective</vt:lpstr>
      <vt:lpstr>Technology Stack</vt:lpstr>
      <vt:lpstr>Technology Stack</vt:lpstr>
      <vt:lpstr>System Architecture</vt:lpstr>
      <vt:lpstr>Datasets Used</vt:lpstr>
      <vt:lpstr>Datasets Used</vt:lpstr>
      <vt:lpstr>Future Scope Implemented</vt:lpstr>
      <vt:lpstr>Research Paper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SWARUPANAND BAJBALKAR</cp:lastModifiedBy>
  <cp:revision>9</cp:revision>
  <dcterms:created xsi:type="dcterms:W3CDTF">2013-01-27T09:14:16Z</dcterms:created>
  <dcterms:modified xsi:type="dcterms:W3CDTF">2026-01-22T10:03:55Z</dcterms:modified>
  <cp:category/>
</cp:coreProperties>
</file>