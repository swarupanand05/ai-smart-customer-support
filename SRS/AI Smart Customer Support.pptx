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9533" y="1219199"/>
            <a:ext cx="7772400" cy="1470025"/>
          </a:xfrm>
        </p:spPr>
        <p:txBody>
          <a:bodyPr>
            <a:normAutofit/>
          </a:bodyPr>
          <a:lstStyle/>
          <a:p>
            <a:r>
              <a:rPr sz="4000" b="1" dirty="0">
                <a:latin typeface="Algerian" panose="04020705040A02060702" pitchFamily="82" charset="0"/>
              </a:rPr>
              <a:t>AI Smart Customer 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3217335"/>
            <a:ext cx="4080933" cy="242146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Swarupanand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Bajbalkar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2)Samruddhi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Shingade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Rutuja Puranik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4)Mrudula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Waghmode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666" y="164571"/>
            <a:ext cx="4656667" cy="6397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863600"/>
            <a:ext cx="8229600" cy="513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customer support systems are slow and heavily dependent on manual effort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organizations still rely on support agents to read, understand, and respond to every query manually.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delays, especially when the number of customer requests increases.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Delayed responses result in poor customer satisfaction and frustration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users do not receive immediate assistance, they become dissatisfied.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response times directly affect customer experience and lower the overall service quality.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automatic ticket categorization or intelligent routing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tickets are often categorized manually by agents, which is time-consuming and error-prone. Without automated classification, tickets do not reach the right team quickly, causing further delays.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sentiment detection means frustrated or angry customers go unnoticed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systems do not analyze the customer’s emotional tone.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critical or high-priority negative messages are treated the same as normal ones,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to unresolved frustration and poor user retention.</a:t>
            </a:r>
          </a:p>
          <a:p>
            <a:pPr marL="0" indent="0"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433" y="206905"/>
            <a:ext cx="6443133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466"/>
            <a:ext cx="8229600" cy="5880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for instant customer support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an intelligent chatbot capable of understanding user queries and providing immediate responses. It reduces the need for human intervention for common issues and improves overall response speed.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ticket creation for unresolved or complex issues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chatbot cannot fully answer or solve a query, the system automatically generates a support ticket. This ensures that every user concern is tracked, documented, and forwarded to the admin for review.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Sentiment and intent detection using NLP techniques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Natural Language Processing (NLP) models to analyze user messages.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detect the user’s emotional tone (positive, neutral, negative) and understand their intent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technical issue, billing query, complaint).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prioritizing and accurately categorizing support requests.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Feature-rich admin panel with detailed analytics and visual reports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view ticket statistics, sentiment trends, category breakdowns, and pending vs resolved issues. This dashboard helps administrators make informed decisions and improve support performance.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and authentication using JWT (JSON Web Token)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industry-standard JWT authentication to ensure that only authorized users and admins can access the platform. This provides secure session management, improves data protection, and prevents unauthorized access.</a:t>
            </a: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099" y="113772"/>
            <a:ext cx="3987800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32" y="728134"/>
            <a:ext cx="8229600" cy="6016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React Frontend (UI Layer)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all screens: Login, Chatbot, Tickets, Dashboard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Sends/receives data via API (Axios/Fetch)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chatbot replies, ticket status &amp; analytics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UI, real-time interaction, smooth API integration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.NET Core Backend API (Main Logic Layer)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business logic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users via JWT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tickets, users, analytics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SQL Server, MongoDB &amp; AI service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Secure, fast, scalable, industry-standard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SQL Server (Authentication DB)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Users, Password Hash, Role (User/Admin)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structured relational data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secure login system</a:t>
            </a:r>
          </a:p>
          <a:p>
            <a:pPr marL="0" indent="0">
              <a:buNone/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824B2-9709-C744-4641-9FAFD242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53B1-88C9-6A0D-38A2-659A4835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3" y="130704"/>
            <a:ext cx="6874933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60E88-FAFB-A701-9E84-741864F4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66755"/>
            <a:ext cx="8229600" cy="6074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MongoDB (Tickets + Chat DB)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Tickets, chat logs, sentiment, classifications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schema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read/write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 unstructured support data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Node.js AI Microservice (ML/NLP Engine)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messages from backend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sentiment, intent, category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chatbot replies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AI separately → better performance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upgrade ML models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Chatbot Engine (Rule-based + AI)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common queries using predefined rules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advanced replies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tickets when unable to answer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am frustrated.”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Bot: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“I’m sorry for the trouble, creating a ticket now.”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9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25942"/>
            <a:ext cx="6790267" cy="605895"/>
          </a:xfrm>
        </p:spPr>
        <p:txBody>
          <a:bodyPr>
            <a:normAutofit fontScale="90000"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B98634-5E71-59A8-D8B5-69A49FC73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3153" y="837673"/>
            <a:ext cx="8217693" cy="547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6266" y="96838"/>
            <a:ext cx="6231467" cy="707495"/>
          </a:xfrm>
        </p:spPr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36D6B-A6EE-1134-883E-8876DA89A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0021"/>
          <a:stretch>
            <a:fillRect/>
          </a:stretch>
        </p:blipFill>
        <p:spPr>
          <a:xfrm>
            <a:off x="453296" y="958364"/>
            <a:ext cx="8237406" cy="524770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366" y="0"/>
            <a:ext cx="3615267" cy="98689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Components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399" y="880534"/>
            <a:ext cx="8593667" cy="51985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(Positive / Neutral / Negative)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understands the customer’s emotion from their message.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detects whether the user is happy, normal, or frustrated so the system can prioritize urgent issues.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(Technical / Billing / etc.)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identifies the purpose of the user’s message.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whether they are asking about a technical problem, billing issue, login trouble, or a general query.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Ticket Category Prediction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ticket is created, the AI automatically assigns it to the correct category.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route the ticket to the right support team without manual sorting.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 Prediction (Low / Medium / High)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decides how urgent a ticket is based on the user’s message.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High-priority issues (angry tone, system failure) get immediate attention.</a:t>
            </a: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Chatbot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0000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Working (Bullet Points)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rule-based logic to answer common FAQ queries instantly.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question matches a known pattern, it responds immediately.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message is unclear, it sends it to the AI model for better understanding.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analyzes the message for intent and sentiment.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issue still cannot be resolved, the chatbot automatically creates a support ticket.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is forwarded to the admin for manual resolution.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9AF810-9D6E-19F6-9324-1135D3987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7" y="3886201"/>
            <a:ext cx="4597400" cy="2466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268" y="96837"/>
            <a:ext cx="7112000" cy="749829"/>
          </a:xfrm>
        </p:spPr>
        <p:txBody>
          <a:bodyPr>
            <a:normAutofit fontScale="90000"/>
          </a:bodyPr>
          <a:lstStyle/>
          <a:p>
            <a:r>
              <a:rPr dirty="0"/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5F3EC-0D1E-7136-5147-D893761B7A9B}"/>
              </a:ext>
            </a:extLst>
          </p:cNvPr>
          <p:cNvSpPr txBox="1"/>
          <p:nvPr/>
        </p:nvSpPr>
        <p:spPr>
          <a:xfrm>
            <a:off x="309282" y="897459"/>
            <a:ext cx="848509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1)Sentiment Analysis Dataset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detecting whether the customer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 / Neutral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 (Short List)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Sentiment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Reviews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format is similar to customer complaints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labeled → easy to 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simple ML models like Logistic Regression / Naive Bayes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2)Ticket Classification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predicting ticket type: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Technical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Billing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Account/ Login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General Query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Ticket Classification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Helpdesk Ticket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It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real helpdesk queries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easy text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fit for our AI classification module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63BD4-21E3-F38C-9638-50B192FA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1C73-6BB3-4ABE-4D14-1640894B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68" y="96837"/>
            <a:ext cx="7112000" cy="749829"/>
          </a:xfrm>
        </p:spPr>
        <p:txBody>
          <a:bodyPr>
            <a:normAutofit fontScale="90000"/>
          </a:bodyPr>
          <a:lstStyle/>
          <a:p>
            <a:r>
              <a:rPr dirty="0"/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A02B-13F6-376C-E042-1C2648DD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88F62-D77B-9BB1-E73C-894630338386}"/>
              </a:ext>
            </a:extLst>
          </p:cNvPr>
          <p:cNvSpPr txBox="1"/>
          <p:nvPr/>
        </p:nvSpPr>
        <p:spPr>
          <a:xfrm>
            <a:off x="309282" y="897459"/>
            <a:ext cx="84850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predict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/ Medium / High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Ticket Severity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Mini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(100–150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Custom Dataset Works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subjective → small datasets work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ML models don’t need huge data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prefers student-created datasets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23" y="1196788"/>
            <a:ext cx="8471647" cy="50695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 Model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machine learning model (Naive Bayes / Logistic Regression) can be added to automatically predict ticket priority such as Low, Medium, or High based on text.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Sentiment Analysis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rule-based approach can be upgraded using lightweight pretrained models such as VADER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 in emotion detection.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for Chatbot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intent classifier can be implemented to categorize user messages into types such as General Query, Billing Issue, Technical Issue, and Complaint.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Additions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analytics such as sentiment distribution, ticket trends, and category-based charts can be implemented using Chart.js.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System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email alert feature can be added to notify users about ticket creation and status updates.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7766" y="206904"/>
            <a:ext cx="2548467" cy="6736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67" y="914400"/>
            <a:ext cx="8229600" cy="5520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S. Kanimozhi Selvi, S. J. Shri,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Prasshanthini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Neelamegan and R. Sanjay, “Customer Support Ticket Categorization and Prioritization Using Natural Language Processing,” in Proc. 3rd Int. Conf. Futuristic Technology (INCOFT),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[oaicite:7]{index=7}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Jayadi, “Sentiment Analysis of Digital Customer Service Helpdesk Tickets: A Comparison between BERT and SVM,” Proc. 2024 Int. Conf. Computer Eng., Network, and Intelligent Multimedia (CENIM),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[oaicite:8]{index=8}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N. Koka, “Enhancing a Ticketing System with AI Intelligence,” IJERT, vol. 13, no. 07, Jul.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[oaicite:9]{index=9}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Kumari et al., “Online Chatbot Based Ticketing System,” Int. J. Sci. Res. &amp; Eng. Trends (IJSRET), vol. 10, no. 6, Nov-Dec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[oaicite:10]{index=10}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Uzan, D. Freud, and A. Elalouf, “Optimizing Chatbots to Improve Customer Experience and Satisfaction,” *Appl. Sci.*, vol. 15, no. 17,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[oaicite:11]{index=11}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Hewage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Wewelwala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G. D. K.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Sumanathilaka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“Hybrid Emotion Recognition: Enhancing Customer Interactions Through Acoustic and Textual Analysis,” *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[oaicite:12]{index=12}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M. Truss and S. Boehm, “AI-based Classification of Customer Support Tickets: State of the Art and Implementation with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*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[oaicite:13]{index=13}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62568-5F4A-987E-75D4-2265B966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04C3-9C62-ABED-BBB0-8B9229EE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5E91E-F811-B192-8DA3-60E9337A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delivers a modern AI-powered customer support system that improves response speed.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ticket creation, and enhances decision-making through intelligent analytics.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full-stack technologies with AI components like sentiment analysis, intent detection, and ticket prioritization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provides a practical solution suitable for real-world industry environments.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modular and scalable architecture ensures that new features and advanced AI models can be added easily in the future, making the system robust, future-ready, and enterprise-capable.</a:t>
            </a:r>
          </a:p>
        </p:txBody>
      </p:sp>
    </p:spTree>
    <p:extLst>
      <p:ext uri="{BB962C8B-B14F-4D97-AF65-F5344CB8AC3E}">
        <p14:creationId xmlns:p14="http://schemas.microsoft.com/office/powerpoint/2010/main" val="34501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1720</Words>
  <Application>Microsoft Office PowerPoint</Application>
  <PresentationFormat>On-screen Show (4:3)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Calibri</vt:lpstr>
      <vt:lpstr>Times New Roman</vt:lpstr>
      <vt:lpstr>Office Theme</vt:lpstr>
      <vt:lpstr>AI Smart Customer Support</vt:lpstr>
      <vt:lpstr>Problem Statement</vt:lpstr>
      <vt:lpstr>Project Overview</vt:lpstr>
      <vt:lpstr>Technology Stack</vt:lpstr>
      <vt:lpstr>Technology Stack</vt:lpstr>
      <vt:lpstr>System Architecture</vt:lpstr>
      <vt:lpstr>Ticket Workflow</vt:lpstr>
      <vt:lpstr>AI Components</vt:lpstr>
      <vt:lpstr>Chatbot Working</vt:lpstr>
      <vt:lpstr>Datasets Used</vt:lpstr>
      <vt:lpstr>Datasets Used</vt:lpstr>
      <vt:lpstr>Future Scope Implemented</vt:lpstr>
      <vt:lpstr>References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SWARUPANAND BAJBALKAR</cp:lastModifiedBy>
  <cp:revision>7</cp:revision>
  <dcterms:created xsi:type="dcterms:W3CDTF">2013-01-27T09:14:16Z</dcterms:created>
  <dcterms:modified xsi:type="dcterms:W3CDTF">2026-01-22T10:03:50Z</dcterms:modified>
  <cp:category/>
</cp:coreProperties>
</file>